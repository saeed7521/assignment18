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6752f9e-4f74-f94f-68db-afc1fa616500}">
          <p14:sldIdLst>
            <p14:sldId id="256"/>
          </p14:sldIdLst>
        </p14:section>
        <p14:section name="Problem" id="{e390cfab-99c6-bcae-5f17-cd43e85f55d2}">
          <p14:sldIdLst>
            <p14:sldId id="257"/>
          </p14:sldIdLst>
        </p14:section>
        <p14:section name="Method" id="{9c505c62-2558-7abf-44b4-365b36fc0360}">
          <p14:sldIdLst>
            <p14:sldId id="258"/>
          </p14:sldIdLst>
        </p14:section>
        <p14:section name="Results" id="{d8597cb1-8cea-97ad-e782-aa6d9dc448d8}">
          <p14:sldIdLst>
            <p14:sldId id="259"/>
            <p14:sldId id="260"/>
          </p14:sldIdLst>
        </p14:section>
        <p14:section name="Takeaway" id="{9e4484be-7e12-cdfa-deef-d00900db2dfa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E77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Alzheimer's Disease Detection with Boosting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9DC"/>
                </a:solidFill>
              </a:rPr>
              <a:t>AdaBoost vs. Gradient Boosting on structured clinical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97280" cy="54864"/>
          </a:xfrm>
          <a:prstGeom prst="rect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</a:rPr>
              <a:t>Muhaimin Bin Habib · Ekram Khan · Md Sayeed Anwar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</a:rPr>
              <a:t>East Delta University, Chattogram, Bangladesh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Problem: finding Alzheimer's earlier, cheaply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9E77"/>
                </a:solidFill>
              </a:rPr>
              <a:t>2,149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A6B"/>
                </a:solidFill>
              </a:rPr>
              <a:t>records with a diagnosis label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11887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9E77"/>
                </a:solidFill>
              </a:rPr>
              <a:t>35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A6B"/>
                </a:solidFill>
              </a:rPr>
              <a:t>demographic, lifestyle, clinical and cognitive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1887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280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9E77"/>
                </a:solidFill>
              </a:rPr>
              <a:t>35.4%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4A6B"/>
                </a:solidFill>
              </a:rPr>
              <a:t>of records are Alzheimer cases (760)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Scans and specialist work-ups are costly and not widely available.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Tabular records could support low-cost screening.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Question: which boosting model classifies better, and what errors does it make?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Method: two models, one train/test split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920240" cy="73152"/>
          </a:xfrm>
          <a:prstGeom prst="rect">
            <a:avLst/>
          </a:prstGeom>
          <a:solidFill>
            <a:srgbClr val="1B9E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Kaggle Alzheimer's Disease Dataset (2,149 × 35); publisher says it is synthetic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280160"/>
            <a:ext cx="1920240" cy="73152"/>
          </a:xfrm>
          <a:prstGeom prst="rect">
            <a:avLst/>
          </a:prstGeom>
          <a:solidFill>
            <a:srgbClr val="4C6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 Preprocess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1168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Drop non-informative columns; StandardScaler / Min-Max scaling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280160"/>
            <a:ext cx="1920240" cy="73152"/>
          </a:xfrm>
          <a:prstGeom prst="rect">
            <a:avLst/>
          </a:prstGeom>
          <a:solidFill>
            <a:srgbClr val="1B9E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 Split + train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01168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80:20 split (430 test records); AdaBoost and Gradient Boosting trained separately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28016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280160"/>
            <a:ext cx="1920240" cy="73152"/>
          </a:xfrm>
          <a:prstGeom prst="rect">
            <a:avLst/>
          </a:prstGeom>
          <a:solidFill>
            <a:srgbClr val="4C6E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 Evaluate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01168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Accuracy, precision, recall, F1 and confusion matrices on the test set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A"/>
                </a:solidFill>
              </a:rPr>
              <a:t>Added in the paper: specificity, MCC, majority-class baseline (64.4%) and 95% confidence intervals.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Results 1: Gradient Boosting scores higher</a:t>
            </a:r>
            <a:endParaRPr lang="en-US" sz="2800" dirty="0"/>
          </a:p>
        </p:txBody>
      </p:sp>
      <p:pic>
        <p:nvPicPr>
          <p:cNvPr id="3" name="Image 0" descr="Bar chart of test metrics for AdaBoost and Gradient Boos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577840" cy="269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63640" y="137160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Accuracy: 95.8% vs. 91.2%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Alzheimer recall: 92.2% vs. 85.6%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Majority-class baseline: 64.4%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9A"/>
                </a:solidFill>
              </a:rPr>
              <a:t>Gradient Boosting vs. AdaBoost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A"/>
                </a:solidFill>
              </a:rPr>
              <a:t>95% accuracy intervals just touch: AdaBoost 0.881–0.935, Gradient Boosting 0.935–0.973.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Results 2: fewer errors, fewer missed cases</a:t>
            </a:r>
            <a:endParaRPr lang="en-US" sz="2800" dirty="0"/>
          </a:p>
        </p:txBody>
      </p:sp>
      <p:pic>
        <p:nvPicPr>
          <p:cNvPr id="3" name="Image 0" descr="Confusion matrices for both mod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5669280" cy="2569464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325880"/>
          <a:ext cx="2331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48640"/>
                <a:gridCol w="548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False positives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Missed cases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Total errors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3550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Gradient Boosting missed 7.8% of Alzheimer cases; AdaBoost missed 14.4%.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69A"/>
                </a:solidFill>
              </a:rPr>
              <a:t>Errors fell by 53%, but about 1 in 13 Alzheimer cases is still missed by the better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Read with care: what these results are not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91440" cy="91440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Synthetic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The dataset's publisher says it is synthetically generated, so clinical accuracy is unknown.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86000"/>
            <a:ext cx="91440" cy="91440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split, no tuning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249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A single 80:20 hold-out; no repeated runs or reported hyperparameter tuning.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12700">
            <a:solidFill>
              <a:srgbClr val="E1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83280"/>
            <a:ext cx="91440" cy="914400"/>
          </a:xfrm>
          <a:prstGeom prst="rect">
            <a:avLst/>
          </a:prstGeom>
          <a:solidFill>
            <a:srgbClr val="D95F02"/>
          </a:solidFill>
          <a:ln w="12700">
            <a:solidFill>
              <a:srgbClr val="D95F0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Limited analysis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8221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</a:rPr>
              <a:t>No ROC-AUC, threshold study or feature importance, so no claim about which features matter.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Takeaway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Gradient Boosting beat AdaBoost.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642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CEA"/>
                </a:solidFill>
              </a:rPr>
              <a:t>95.8% vs. 91.2% accuracy, and 18 errors instead of 38 on 430 test records.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77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Missed cases are the weak point.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614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CEA"/>
                </a:solidFill>
              </a:rPr>
              <a:t>Even the better model missed 12 of 153 Alzheimer cases; threshold tuning is the next step.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method comparison, not a diagnosis tool.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587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CEA"/>
                </a:solidFill>
              </a:rPr>
              <a:t>Next: cross-validation, ROC analysis, feature importance, and validation on real clinical 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zBoost">
  <a:themeElements>
    <a:clrScheme name="AlzBoost">
      <a:dk1>
        <a:srgbClr val="1F2A44"/>
      </a:dk1>
      <a:lt1>
        <a:srgbClr val="FFFFFF"/>
      </a:lt1>
      <a:dk2>
        <a:srgbClr val="3B4A6B"/>
      </a:dk2>
      <a:lt2>
        <a:srgbClr val="F3F5F9"/>
      </a:lt2>
      <a:accent1>
        <a:srgbClr val="1B9E77"/>
      </a:accent1>
      <a:accent2>
        <a:srgbClr val="4C6EF5"/>
      </a:accent2>
      <a:accent3>
        <a:srgbClr val="D95F02"/>
      </a:accent3>
      <a:accent4>
        <a:srgbClr val="7A869A"/>
      </a:accent4>
      <a:accent5>
        <a:srgbClr val="E9C46A"/>
      </a:accent5>
      <a:accent6>
        <a:srgbClr val="2A9D8F"/>
      </a:accent6>
      <a:hlink>
        <a:srgbClr val="4C6EF5"/>
      </a:hlink>
      <a:folHlink>
        <a:srgbClr val="7A869A"/>
      </a:folHlink>
    </a:clrScheme>
    <a:fontScheme name="AlzBoo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Alzheimer's Disease Detection: AdaBoost vs. Gradient Boosting</dc:title>
  <dc:subject>PptxGenJS Presentation</dc:subject>
  <dc:creator>PptxGenJS</dc:creator>
  <cp:lastModifiedBy>PptxGenJS</cp:lastModifiedBy>
  <cp:revision>1</cp:revision>
  <dcterms:created xsi:type="dcterms:W3CDTF">2026-10-17T03:14:33Z</dcterms:created>
  <dcterms:modified xsi:type="dcterms:W3CDTF">2026-10-17T03:14:33Z</dcterms:modified>
</cp:coreProperties>
</file>